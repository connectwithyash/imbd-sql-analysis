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sh yadav" userId="e543a5dec0cebbc2" providerId="LiveId" clId="{04B78560-DE46-42E6-B978-9050B9394055}"/>
    <pc:docChg chg="custSel addSld modSld">
      <pc:chgData name="yash yadav" userId="e543a5dec0cebbc2" providerId="LiveId" clId="{04B78560-DE46-42E6-B978-9050B9394055}" dt="2026-07-25T04:38:20.647" v="32" actId="14100"/>
      <pc:docMkLst>
        <pc:docMk/>
      </pc:docMkLst>
      <pc:sldChg chg="addSp delSp modSp mod">
        <pc:chgData name="yash yadav" userId="e543a5dec0cebbc2" providerId="LiveId" clId="{04B78560-DE46-42E6-B978-9050B9394055}" dt="2026-07-25T04:30:53.626" v="6" actId="14100"/>
        <pc:sldMkLst>
          <pc:docMk/>
          <pc:sldMk cId="1179812492" sldId="256"/>
        </pc:sldMkLst>
        <pc:spChg chg="del">
          <ac:chgData name="yash yadav" userId="e543a5dec0cebbc2" providerId="LiveId" clId="{04B78560-DE46-42E6-B978-9050B9394055}" dt="2026-07-25T04:28:04.244" v="0" actId="478"/>
          <ac:spMkLst>
            <pc:docMk/>
            <pc:sldMk cId="1179812492" sldId="256"/>
            <ac:spMk id="2" creationId="{DEFFEDE0-814D-188D-2F2E-96CBCD3D8D6D}"/>
          </ac:spMkLst>
        </pc:spChg>
        <pc:spChg chg="del">
          <ac:chgData name="yash yadav" userId="e543a5dec0cebbc2" providerId="LiveId" clId="{04B78560-DE46-42E6-B978-9050B9394055}" dt="2026-07-25T04:28:09.607" v="1" actId="478"/>
          <ac:spMkLst>
            <pc:docMk/>
            <pc:sldMk cId="1179812492" sldId="256"/>
            <ac:spMk id="3" creationId="{D97B89D7-87A8-4264-2BAA-389582DA0CBF}"/>
          </ac:spMkLst>
        </pc:spChg>
        <pc:picChg chg="add mod">
          <ac:chgData name="yash yadav" userId="e543a5dec0cebbc2" providerId="LiveId" clId="{04B78560-DE46-42E6-B978-9050B9394055}" dt="2026-07-25T04:30:53.626" v="6" actId="14100"/>
          <ac:picMkLst>
            <pc:docMk/>
            <pc:sldMk cId="1179812492" sldId="256"/>
            <ac:picMk id="3" creationId="{61D36832-830F-920F-8D85-9CED7C83787D}"/>
          </ac:picMkLst>
        </pc:picChg>
      </pc:sldChg>
      <pc:sldChg chg="addSp delSp modSp add mod">
        <pc:chgData name="yash yadav" userId="e543a5dec0cebbc2" providerId="LiveId" clId="{04B78560-DE46-42E6-B978-9050B9394055}" dt="2026-07-25T04:36:19.178" v="15" actId="14100"/>
        <pc:sldMkLst>
          <pc:docMk/>
          <pc:sldMk cId="1886669972" sldId="257"/>
        </pc:sldMkLst>
        <pc:picChg chg="del">
          <ac:chgData name="yash yadav" userId="e543a5dec0cebbc2" providerId="LiveId" clId="{04B78560-DE46-42E6-B978-9050B9394055}" dt="2026-07-25T04:35:21.613" v="8" actId="21"/>
          <ac:picMkLst>
            <pc:docMk/>
            <pc:sldMk cId="1886669972" sldId="257"/>
            <ac:picMk id="3" creationId="{A12D4C71-0B81-FC78-42AA-1124B3ACDA36}"/>
          </ac:picMkLst>
        </pc:picChg>
        <pc:picChg chg="add mod">
          <ac:chgData name="yash yadav" userId="e543a5dec0cebbc2" providerId="LiveId" clId="{04B78560-DE46-42E6-B978-9050B9394055}" dt="2026-07-25T04:36:19.178" v="15" actId="14100"/>
          <ac:picMkLst>
            <pc:docMk/>
            <pc:sldMk cId="1886669972" sldId="257"/>
            <ac:picMk id="4" creationId="{010C9A76-6306-C18C-56EC-B2C660F35782}"/>
          </ac:picMkLst>
        </pc:picChg>
      </pc:sldChg>
      <pc:sldChg chg="addSp modSp add mod">
        <pc:chgData name="yash yadav" userId="e543a5dec0cebbc2" providerId="LiveId" clId="{04B78560-DE46-42E6-B978-9050B9394055}" dt="2026-07-25T04:36:53.220" v="18" actId="14100"/>
        <pc:sldMkLst>
          <pc:docMk/>
          <pc:sldMk cId="911558677" sldId="258"/>
        </pc:sldMkLst>
        <pc:picChg chg="add mod">
          <ac:chgData name="yash yadav" userId="e543a5dec0cebbc2" providerId="LiveId" clId="{04B78560-DE46-42E6-B978-9050B9394055}" dt="2026-07-25T04:36:53.220" v="18" actId="14100"/>
          <ac:picMkLst>
            <pc:docMk/>
            <pc:sldMk cId="911558677" sldId="258"/>
            <ac:picMk id="3" creationId="{7FC9FBC8-7908-46A3-FBAF-E74B183824EF}"/>
          </ac:picMkLst>
        </pc:picChg>
      </pc:sldChg>
      <pc:sldChg chg="addSp modSp add mod">
        <pc:chgData name="yash yadav" userId="e543a5dec0cebbc2" providerId="LiveId" clId="{04B78560-DE46-42E6-B978-9050B9394055}" dt="2026-07-25T04:37:55.910" v="29" actId="14100"/>
        <pc:sldMkLst>
          <pc:docMk/>
          <pc:sldMk cId="1361622921" sldId="259"/>
        </pc:sldMkLst>
        <pc:picChg chg="add mod">
          <ac:chgData name="yash yadav" userId="e543a5dec0cebbc2" providerId="LiveId" clId="{04B78560-DE46-42E6-B978-9050B9394055}" dt="2026-07-25T04:37:23.665" v="23" actId="14100"/>
          <ac:picMkLst>
            <pc:docMk/>
            <pc:sldMk cId="1361622921" sldId="259"/>
            <ac:picMk id="3" creationId="{3C84E625-13A6-98B0-B19A-063E2513FD06}"/>
          </ac:picMkLst>
        </pc:picChg>
        <pc:picChg chg="add mod">
          <ac:chgData name="yash yadav" userId="e543a5dec0cebbc2" providerId="LiveId" clId="{04B78560-DE46-42E6-B978-9050B9394055}" dt="2026-07-25T04:37:55.910" v="29" actId="14100"/>
          <ac:picMkLst>
            <pc:docMk/>
            <pc:sldMk cId="1361622921" sldId="259"/>
            <ac:picMk id="5" creationId="{E4CB865A-56C9-7573-CA39-CA04E97A59C7}"/>
          </ac:picMkLst>
        </pc:picChg>
      </pc:sldChg>
      <pc:sldChg chg="addSp modSp add mod">
        <pc:chgData name="yash yadav" userId="e543a5dec0cebbc2" providerId="LiveId" clId="{04B78560-DE46-42E6-B978-9050B9394055}" dt="2026-07-25T04:38:20.647" v="32" actId="14100"/>
        <pc:sldMkLst>
          <pc:docMk/>
          <pc:sldMk cId="864861033" sldId="260"/>
        </pc:sldMkLst>
        <pc:picChg chg="add mod">
          <ac:chgData name="yash yadav" userId="e543a5dec0cebbc2" providerId="LiveId" clId="{04B78560-DE46-42E6-B978-9050B9394055}" dt="2026-07-25T04:38:20.647" v="32" actId="14100"/>
          <ac:picMkLst>
            <pc:docMk/>
            <pc:sldMk cId="864861033" sldId="260"/>
            <ac:picMk id="3" creationId="{2BC18DBC-A767-5D1E-3078-25504DA1FBC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7E439-16B6-AEE0-7D7C-95055A4775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562EF4-344F-BBE4-1FC8-2CB824E074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B53D58-7615-5FCB-C9C1-8173D73F6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44B99-0E42-4FA6-96B0-FF323196B9F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2EF40-0B93-4E93-5A1D-F374B9BEE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3B96F-5394-BF74-877D-929D7A706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89A85-9524-4F37-81F1-A82E1FAE4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044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B0E4A-A017-9599-EE8F-7F01FEB50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D9728-15A4-E65C-3520-0A42B3A9F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0DD4A-2FB1-198E-2AFB-6EA8D719F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44B99-0E42-4FA6-96B0-FF323196B9F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15716D-C0B0-6507-81D0-61C492B88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C1E6B-707F-01FE-35FB-95BED545C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89A85-9524-4F37-81F1-A82E1FAE4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527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F1A5B-41F2-D6A1-F47E-6FD6AECD8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5B216A-0A0C-5B20-E943-D99DF880B3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3C92E-AD9E-FEE6-4B42-7607A9CFD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44B99-0E42-4FA6-96B0-FF323196B9F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43A48C-CF36-FC11-41B6-70144A013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7DF11-7778-CCE0-5C2B-96EE91434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89A85-9524-4F37-81F1-A82E1FAE4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035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8FD20-4719-D1AD-D743-35CDF3AC0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1902B-0D66-72A5-EA6D-6AE0A3FE87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F51299-5C36-A58F-03CD-6BF104FBDC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F3AFFB-6396-38A8-FCE2-8A89AD12A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44B99-0E42-4FA6-96B0-FF323196B9F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6A5206-8838-292E-AD3F-1AE64DA5B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765D6D-A201-A9E4-89EC-DA279F619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89A85-9524-4F37-81F1-A82E1FAE4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772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10AD8-114E-5436-5034-49E7996BB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880066-238B-8491-2025-5B33CF137D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D09C00-71CF-CD3E-9EBD-2D56BBC9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F29134-FE59-F556-B0D8-1C8694434C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42391B-C49B-9F20-C8DE-90EAF1C3DF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8FC247-2E9D-EA4E-8618-820E3888A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44B99-0E42-4FA6-96B0-FF323196B9F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C2E5C8-DC5A-BE08-5780-0FB21DD6A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DF86F5-28C7-103A-AD2D-F11A32FE0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89A85-9524-4F37-81F1-A82E1FAE4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110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E8F42-D331-1662-5003-75E2151C7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6946FC-95C4-57BF-A240-197D3FF56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44B99-0E42-4FA6-96B0-FF323196B9F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80ED84-BCD7-FAF4-8B24-5F28A15CF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BF19C6-8A2D-2A4C-8A19-F71E3C61C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89A85-9524-4F37-81F1-A82E1FAE4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783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0553A6-FB03-D847-218D-C89E70381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44B99-0E42-4FA6-96B0-FF323196B9F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30641A-0383-7730-F041-847D4A691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F03445-DA42-A5DC-DE71-0EEC64AE2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89A85-9524-4F37-81F1-A82E1FAE4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437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75B34-3FCC-6255-2364-C801D9490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30CBF-0A47-0CBD-1D12-3D6E5BE6F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38366F-C81C-2B0B-F276-81AB2480BC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C0085E-ABF2-0819-95EE-C545CF3BE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44B99-0E42-4FA6-96B0-FF323196B9F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2FD8E6-D6C7-D88D-FB99-9828C7488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9287F1-79F6-865F-AA5D-582DD9649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89A85-9524-4F37-81F1-A82E1FAE4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040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1B70D-602D-214F-90BE-56D317D7D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4C9CB3-88EE-D291-09C4-427EB1ACB2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0CB50C-2EA3-1037-4E75-FB76C7F6A6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507098-9845-6511-6DEF-010405379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44B99-0E42-4FA6-96B0-FF323196B9F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A23374-70B2-3EFD-57CB-B2DDB423D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0D3A45-6378-0A4D-E54E-54B0975EC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89A85-9524-4F37-81F1-A82E1FAE4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690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628EE-40A0-55DB-9339-0A31B3AEA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FCE65D-7FDD-6FE7-68E1-22602475D1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53520F-1B41-59D1-4F2C-B5842B22D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44B99-0E42-4FA6-96B0-FF323196B9F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83451-F800-1431-22D7-372737BA8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E486E-1C3F-15E8-7D52-AFFBEB564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89A85-9524-4F37-81F1-A82E1FAE4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054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B72F06-1258-ED0F-52F4-D95171B835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39A5B3-6A38-D86D-F19B-1E90E10C34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17F25C-284B-D24E-0089-ADBBC8BF2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44B99-0E42-4FA6-96B0-FF323196B9F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7A759-0C1D-98E8-1940-CE9B00E86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9A6EC-4B11-3A35-C21B-DC4C464F7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89A85-9524-4F37-81F1-A82E1FAE4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080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236132-160F-2C71-C271-B67F26F69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D1798-C145-2C97-EC7E-06BEBD729D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9D6FF-6543-6D74-A3A0-AB563F146B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B44B99-0E42-4FA6-96B0-FF323196B9F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F5E3C-B51D-942B-FF1B-84AE3EC9DD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7F0F64-15E7-8AFE-2349-C68325B72A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889A85-9524-4F37-81F1-A82E1FAE4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53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D36832-830F-920F-8D85-9CED7C8378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8155" y="-84393"/>
            <a:ext cx="12398478" cy="7025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812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4A555-30F4-1DEC-C55D-92B045A8F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10C9A76-6306-C18C-56EC-B2C660F357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109290" cy="8268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669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C099F-A4FA-2778-E082-FFF5F7364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C9FBC8-7908-46A3-FBAF-E74B183824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090"/>
            <a:ext cx="12290416" cy="6949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558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35AF2-8292-ACBA-7882-22CF97EFD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84E625-13A6-98B0-B19A-063E2513FD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6310" y="0"/>
            <a:ext cx="652862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4CB865A-56C9-7573-CA39-CA04E97A59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2310" y="0"/>
            <a:ext cx="58796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622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21E87-28FD-108A-C296-4CD2E12AF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C18DBC-A767-5D1E-3078-25504DA1FB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1151"/>
            <a:ext cx="12192000" cy="6900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861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yash yadav</dc:creator>
  <cp:lastModifiedBy>yash yadav</cp:lastModifiedBy>
  <cp:revision>1</cp:revision>
  <dcterms:created xsi:type="dcterms:W3CDTF">2026-07-25T04:27:59Z</dcterms:created>
  <dcterms:modified xsi:type="dcterms:W3CDTF">2026-07-25T04:38:21Z</dcterms:modified>
</cp:coreProperties>
</file>